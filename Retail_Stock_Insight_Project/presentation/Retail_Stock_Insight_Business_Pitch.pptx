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 Stock Insight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VantageGro Retail Pvt. Ltd. | DS Sprint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and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Improve stock planning</a:t>
            </a:r>
          </a:p>
          <a:p>
            <a:r>
              <a:t>- Reduce stock-outs and excess inventory</a:t>
            </a:r>
          </a:p>
          <a:p>
            <a:r>
              <a:t>- Understand demand and promotions</a:t>
            </a:r>
          </a:p>
          <a:p>
            <a:r>
              <a:t>- Support evidence-based planning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- 16 stores across multiple regions</a:t>
            </a:r>
          </a:p>
          <a:p>
            <a:r>
              <a:t>- 100 products across seven categories</a:t>
            </a:r>
          </a:p>
          <a:p>
            <a:r>
              <a:t>- 180 days of transactions, inventory, and external factors</a:t>
            </a:r>
          </a:p>
          <a:p>
            <a:r>
              <a:t>- Synthetic but realistic dataset designed for assessment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Best category: Personal Care</a:t>
            </a:r>
          </a:p>
          <a:p>
            <a:r>
              <a:t>- Total revenue: ₹33,955,176.95</a:t>
            </a:r>
          </a:p>
          <a:p>
            <a:r>
              <a:t>- Best store: ST016</a:t>
            </a:r>
          </a:p>
          <a:p>
            <a:r>
              <a:t>- Revenue is concentrated in high-volume categories and stores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Store performance differs meaningfully across regions</a:t>
            </a:r>
          </a:p>
          <a:p>
            <a:r>
              <a:t>- High-volume stores drive most revenue</a:t>
            </a:r>
          </a:p>
          <a:p>
            <a:r>
              <a:t>- Some stores need tighter inventory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Promotion and Demand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Promotions increased units sold relative to non-promotion periods</a:t>
            </a:r>
          </a:p>
          <a:p>
            <a:r>
              <a:t>- Weekend vs weekday difference: -51.80%</a:t>
            </a:r>
          </a:p>
          <a:p>
            <a:r>
              <a:t>- Demand shifts with time-of-week and external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Inventory issues reviewed: 3</a:t>
            </a:r>
          </a:p>
          <a:p>
            <a:r>
              <a:t>- Products closer to reorder levels require more attention</a:t>
            </a:r>
          </a:p>
          <a:p>
            <a:r>
              <a:t>- Risk-based replenishment supports stronger service levels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Reorder products near reorder thresholds</a:t>
            </a:r>
          </a:p>
          <a:p>
            <a:r>
              <a:t>- Review safety stock for volatile items</a:t>
            </a:r>
          </a:p>
          <a:p>
            <a:r>
              <a:t>- Align replenishment with weekends and festivals</a:t>
            </a:r>
          </a:p>
          <a:p>
            <a:r>
              <a:t>- Rebalance stock across stores when justified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Better inventory balance</a:t>
            </a:r>
          </a:p>
          <a:p>
            <a:r>
              <a:t>- Lower stock-out risk</a:t>
            </a:r>
          </a:p>
          <a:p>
            <a:r>
              <a:t>- Better promotion planning</a:t>
            </a:r>
          </a:p>
          <a:p>
            <a:r>
              <a:t>- More confident retail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Closing Message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Data-backed stock planning makes retail operations more efficient and customer-friendly.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